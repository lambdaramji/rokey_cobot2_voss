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안녕하세요, C-3조 VOSS입니다. 저희는 음성 기반으로 분류 및 적재하는 어시스턴트 협동로봇을 만들었습니다. 벨트를 멈추지 않고 집고, 송장을 세 번에 나눠 읽고, 로봇이 못 읽을 때만 사람에게 묻습니다. 저희 시연이 길어서 발표를 진행하면서 시연도 같이 진행하겠습니다. 주요 기능 구현에 대해서는 이 후에 같이 보면서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목차입니다. 발표는 이야기 순서로 진행하지만, 결과보고서가 요구하는 다섯 영역을 기준으로 작성했습니다.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움직이는 박스 스무 번을 전부 집었고, 시연 스무 개를 전부 맞는 구역에 놓았습니다. 한 박스는 빠르면 7초, 길어도 18.4초였고 팔레트 16칸은 3분이 안 걸렸습니다. 이걸 협동로봇 한 대와 카메라 한 대로 했고, 사람은 말로만 끼어듭니다. 그럼 왜 이걸 만들었는지, 현장 이야기부터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택배 물량은 4년 만에 77% 늘었지만, 대리점의 동별 분류는 여전히 사람이 하루 6~8시간 눈으로 읽고 손으로 옮기며, 5%는 송장을 못 읽어 다시 손봅니다. 터미널 자동분류기는 173곳에 1,227억 원이 들어갔는데, 동네 대리점이 들일 규모가 아닙니다. 그래서 저희 질문은, 협동로봇 한 대로 이 문제를 얼마나 덜어낼 수 있을까입니다.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그래서 저희는 과정에서 배운 다섯 가지, 호출어·음성 인식·LangChain·객체 탐지·픽 앤 플레이스를 각각 어디에 썼는지 한 표로 정리했고, 추가 요구였던 Docker, DB, 다중 PC 통신도 실제 운영 구성에 들어 있습니다. 아래 5칸이 처음에 정한 목표 수치이며, 뒤의 결과 장에서 하나씩 대조합니다.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저희 작업대입니다. 박스는 왼쪽 관측 자세 아래로 들어와 벨트를 따라 흐르고, 가운데 로봇이 집어 A·B·C 구역에 놓으며, 못 읽은 건 재확인·보류 칸에 둡니다. 왼쪽 위 짙은 상자가 팔레트, 저희는 트럭 짐칸이라 부릅니다. 기존 벨트와 구역은 그대로 두고 로봇 한 대만 더하는 구조입니다. 이제 박스 하나가 어떻게 흐르는지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박스 하나의 흐름입니다. 작업자가 "헬로, 로키, 작업 시작"이라고 하면 로봇이 관측 자세로 가고, 박스가 들어오면 송장을 읽은 뒤 벨트를 멈추지 않은 채 따라가 집으면서 한 번 더 읽습니다. 동이 확정되면 구역에 놓고 기록하고, 확신이 없으면 재확인 칸에서 다시 읽고, 그래도 모르면 사람에게 묻고, 30초 안에 답이 없으면 보류합니다.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구조는 위부터 음성, 작업 관리자, 비전과 로봇 세 층입니다. 설계 원칙은 하나, 1초에 30번 도는 로봇 제어 루프와 수백 ms 걸리는 OCR·LLM을 같은 프로세스에 두지 않는다는 것입니다. 비전과 음성은 판단 결과만 넘기고 로봇은 작업 관리자의 명령만 받으므로, LLM이 로봇을 직접 움직이는 일은 없습니다. 이제 각 층을 아래부터 보겠습니다. 먼저 눈, 비전입니다.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카메라의 깊이 센서는 가까운 거리에서 불안정해 쓰지 않고, 박스 높이가 27mm로 고정된 점을 이용합니다. 송장 픽셀을 광선으로 바꿔 벨트보다 27mm 높은 평면과 만나는 점이 박스 위치입니다. 골판지와 손 색이 같아 박스 대신 송장을 찾고, YOLO는 같은 정답셋에서 분할과 성적이 같아 더 단순한 분할을 골랐습니다. 다음은 송장 판독입니다.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송장 판독은 반드시 실패한다는 전제로 설계해서 읽을 기회를 세 번 둡니다. 입구에서 한 번, 집으러 가는 동안 가장 선명한 프레임으로 한 번, 그래도 모르면 재확인 칸에서 정지 상태로 한 번 더 읽습니다. 분류코드와 동 이름을 서로 검증하고, 못 읽은 장은 반대 증거로 치지 않아 한 장 오판이 틀린 구역으로 이어지지 않습니다. 정지 송장 50장은 흐린 것까지 전부 맞았습니다.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2차 판독 결과에 대한 설명하겠습니다. 거꾸로 올린 박스는 입구에서 못 읽어 재확인을 거치느라 한 박스에 37초가 걸렸습니다. 시연 전날 모의 환경에서 원인을 재현해, 2차를 180도 쪽부터 읽고 이미 집으러 간 박스의 1차 재읽기를 끊었더니 거꾸로 올린 박스 다섯 개가 전부 집는 도중에 확정되며 19초로 줄었습니다. 모의로 예측한 5.1초와 실기가 맞았습니다. 이제 이 좌표를 받아 로봇이 어떻게 따라가는지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추종의 핵심은 이 한 줄입니다. 벨트 속도만큼은 처음부터 같이 움직이고, 카메라로 본 오차만큼만 더 밉니다. 따라갈 때는 카메라가 박스를 볼 때만 오차를 믿고, 내려갈 때는 그리퍼에 가려 피드포워드만 쓰며, 잡는 2초 동안 박스가 58mm 지나가므로 잡는 순간에도 계속 따라갑니다. 11.4초 걸리던 한 건을 사다리꼴 감속으로 2초 넘게 줄였습니다. 그런데 이 30Hz 명령을 로봇에 어떻게 전달하느냐에서 큰 발견이 있었습니다.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30Hz 속도 명령을 로봇에 넘기는 방법으로 속도 명령과 위치 명령을 실로봇에서 비교해, 반응이 3배 빠른 속도 명령을 골랐고 가속도 설정으로 응답 속도를 절반으로 줄였습니다. 속도 명령은 끊기면 마지막 속도로 계속 가므로, 요청만 보내고 매 틱 응답을 확인하는 비동기 구조로 만들었고 정지와 작업 범위는 게이트웨이가 강제합니다. 이 구조로 테스트 과정에서 20/20을 통과했습니다.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잡는 쪽입니다. 박스는 46mm 변이 벨트 방향이라 짧은 31mm 폭을 가로로 잡습니다. 힘은 종이 박스가 찌그러지지 않는 최저 12N에 여유를 둔 14N, 열림 50에서 39까지 닫습니다.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성공한 뒤에도 튜닝으로 완성도를 높였습니다. 남은 거리로 딱 멈출 만큼만 감속하는 사다리꼴로 바꾸고, 회귀 분석으로 정확도를 높였으며, 기울어진 박스는 j6 손목을 돌려 잡되 +70mm를 넘으면 반대로 돌려서 +360도 전부 다 성공했습니다. 세 번 모두 같은 틀을 따랐다는 점이 저희가 자랑하고 싶은 부분입니다. 다음은 음성입니다.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음성 경로입니다. 마이크 소리를 Whisper로 글자로 바꾸고, 앞에 "헬로 로키"가 있을 때만 LLM에 보내 JSON으로 바꿉니다. 이 JSON은 바로 실행하지 않고, 허용된 동인지, 질문 중인지, 어느 박스에 대한 답인지 ROS 쪽에서 검증한 뒤에야 상태기계로 갑니다. 정지 명령은 호출어도 LLM도 거치지 않고 바로 처리하며, 음성이 안 되면 화면 버튼으로 같은 명령을 할 수 있습니다. 이 명령이 모이는 곳이 작업 관리자입니다.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작업 관리자는 대기·운전·집는 중·재확인·질문 중·일시 정지·팔레타이징의 상태기계입니다. 로직을 입출력 없는 순수 함수로 써서 로봇과 벨트 없이 168개 테스트로 전이 전체를 검증하고, 박스마다 원문·판정·판정 주체를 DB에 남기며 DB가 끊겨도 파일에 모아 뒀다가 다시 보냅니다. 이론은 여기까지입니다. 실제로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앞서 발표와 동시에 시연은 진행중입니다. 1. 작업 시작한 상태입니다.  2. 역삼동 박스를 180도 돌려 올리겠습니다. 3. 흐린 송장이며 역삼동으로 적힌 상자를 올리겠습니다. 
4. 음성으로 의석님이 말하겠습니다. 5. 우선분류 진행하겠습니다. 6. 판독 불가 송장을 진행하고, A구역 현재 적재 상황 음성으로 물어보겠습니다.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영상 끝의 "역삼동 몇 개야"에 대한 답은 로봇이 아니라 DB 기록에서 나오고, 같은 기록을 웹 화면에서도 봅니다. 운전 버튼, 구역별 집계, 보류 목록, 지금 읽은 송장과 로봇 상태, 카메라 화면, 팔레트 배치도까지 있고, 음성이 안 되는 환경이면 텍스트로 쳐도 같은 답이 나옵니다. 이게 네 번째 현장 문제, 손과 눈이 묶여 있다는 문제에 대한 해결입니다.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팔레트를 저희는 트럭 짐칸이라 부릅니다. "역삼, 청담, 대치 순서로 실어줘"라고 하면 첫 배송지 역삼이 문 쪽에 오도록 마지막 배송지부터 안쪽에 싣고, 16칸을 넘으면 물량 많은 동부터 싣습니다. 배치 계획은 순수 함수라 로봇 없이 500번 무작위 검증을 돌렸고, 화면·음성·DB·로봇이 같은 계획 하나를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두 번째 영상입니다. 작업자가 배송 순서를 말하면 로봇이 먼저 되읽어 순서, 첫 배송지 위치, 칸이 모자라 세 개를 못 싣는다는 것까지 미리 알려 주고, 화면에도 같은 계획이 뜹니다. 그다음 대치부터 안쪽에, 역삼을 문 쪽에 싣고, 끝나면 동별로 몇 개 실었고 몇 개가 남았는지 안내합니다.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앞서 시연영상에서도 오류없이 작동된 것을 확인하셨습니다. 어제 통합 시연 기준의 결과입니다. 승인 목표가 왼쪽, 실측이 오른쪽입니다. 픽업 성공률 목표 70%에 20번 전부, 송장 판독은 정지 50장과 추종 중 136장 전부 정답, 시연 20개 전부 올바른 구역, 사이클은 목표 30초에 18.4초입니다. 강조하고 싶은 건 "비정상 정지 0회"로, 송장을 못 읽은 상황이 네 번 있었지만 라인은 한 번도 서지 않았고, 분모와 성공 기준은 측정 전에 미리 정해 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기업 관계자분들께 드리는 장입니다. 도입 규모는 협동로봇 한 대, RGB 카메라 한 대, 기존 컨베이어이고 깊이 센서도 GPU 학습도 필요 없습니다. 반복은 로봇이 하고 사람은 못 읽는 송장과 우선순위, 현황 질문만 말로 처리하며, 64분 연속 운전에 오류가 없었고 통신이 끊겨도 스스로 멈춥니다. 확장은 WMS 연동이 첫 번째이고, 박스당 170원, 연간 1조 원대의 분류 인력 비용 구조와 비교해 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차별성을 여섯 줄로 정리했습니다. 벨트를 멈추지 않는다, 판독 실패를 설계에 넣었다, 사람은 말로만 개입한다, LLM이 로봇을 직접 움직이지 않는다, 분류에서 적재까지 간다, 협동로봇 한 대로 시작할 수 있는 규모다라고 정했으며, 오른쪽 열에 각각의 근거 숫자를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남현지 팀원은 비전과 통합, 정의석 팀원은 음성과 웹, 박병후 팀원은 추종과 파지, 김학민 팀원은 로봇 제어와 환경을 각각 담당했습니다.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수행 절차입니다. 16일을 기획 5일, 수행 8일, 완료 3일로 나눴습니다. 기획에서 주제·승인 목표·인터페이스 계약을 먼저 적고, 수행은 10일 추종 파지, 13일 팔레타이징 두 게이트로 끊어 날짜가 아니라 로그와 원인을 보고 전원이 통과를 결정했습니다. 완료 단계에서도 시연 전날 밤 2차 OCR을 한 번 더 고쳤습니다. 이 일정 속에서 배운 것 세 가지입니다.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첫째, YOLO를 학습까지 했지만 분할과 동률이라 단순한 쪽을 고르고 복잡한 쪽은 대비책으로 남겼습니다. 둘째, 깊이 카메라를 버린 것도, 팔레트를 8cm 옮긴 것도, 피드포워드 속도를 자로 잰 것도 전부 실측이 설계를 바꾼 결과입니다. 셋째, 드라이버와 실로봇의 제약은 게이트웨이 하나와 두 층의 정지로 구조에 흡수했습니다.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스스로 매긴 점수는 팀 평균 9.5점입니다. 잘한 점은 게이트와 인터페이스를 먼저 정하고 측정으로 결정한 것이며, 승인 목표 아홉 개를 전부 넘기고 비정상 정지가 없었지만, 여러 기술 스택의 환경 조율을 끝까지 다 하지 못한 점이 아쉽다고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현장까지 세 단계가 남았습니다. 단기로는 실제 박스와 송장으로 판독 검증과 소음 속 호출어, 중기로는 박스 연속 투입과 벨트 속도 2배, 장기로는 WMS 연동과 안전 인증입니다. 보여 드리고 싶었던 것은 한 문장입니다. 대형 소터 없이, 협동로봇 한 대로 시작할 수 있는 분류 자동화입니다.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 구성입니다. 시연은 공용 PC 한 대에서 다 돌렸습니다. 30 Hz 서보 루프와 작업 관리자, 음성 노드는 컨테이너 밖 호스트 프로세스로 두고, 비전·AI·웹·DB·MQTT 다섯 개만 Docker 컨테이너입니다. 컨테이너는 network host 로 같은 ROS 도메인을 씁니다. 로봇과 그리퍼는 게이트웨이 없는 유선 전용망에 있고, 인터넷은 OpenAI API 와 관제 브라우저만 씁니다. 두 PC 로 나누는 배치는 제안 단계라 적용하지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루프 한 바퀴입니다. 카메라에서 박스 좌표가 30 Hz 로 나오고, belt_servo 가 벨트 속도 피드포워드에 비례 제어를 더해 속도 명령을 내고, 게이트웨이가 상한을 걸어 로봇에 전달합니다. 아래는 TrackAndGrasp 여섯 단계이고, 주황 두 칸은 박스가 그리퍼에 가려 비전이 안 보이는 구간이라 피드포워드만으로 갑니다. 맨 아래는 끊겼을 때 누가 멈추는지입니다. 어느 층이 죽어도 마지막 명령은 0이고, 게이트웨이는 200 ms 안 오면 혼자 멈춥니다.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사람과 기록이 붙는 자리입니다. 왼쪽 음성은 호출어 뒤 발화를 AI 컨테이너로 보내 의도 JSON 을 받고, intent_parser 가 zone_map 으로 다시 검증한 뒤에만 상태기계로 넘깁니다. 가운데 작업 관리자는 명령에 접수만 응답하고 결과는 박스당 한 건씩 DB 에 남깁니다. 오른쪽 웹은 브라우저가 ROS 에 직접 붙지 않고 MQTT 와 Spring Boot 를 거칩니다. 세 경로 모두 로봇을 직접 움직이지 않고 작업 관리자에게만 말을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핸드아이 캘리브레이션 상세입니다. 핸드아이 최대 오차는 비전 파트 검증점 15개 기준 4.56 mm 이고, 로봇제어 파트 측정에서는 2.44 mm 로 기록되어 있습니다(측정 세트가 다름). 호모그래피는 10/07 교정 10점·검증 5점의 최대 2.63 mm 를 대표값으로 쓰고, 10/08 재터치 4점 2.92 mm 는 캘리브레이션이 낡지 않았는지 확인한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판정의 세부 규칙과 실측 표입니다. 코드와 동 이름이 일치하면 두 증거가 서로 보강하고, 하나만 읽히면 가중치를 낮추고, 불일치면 절반으로 낮춰 재확인 구역으로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박스 검출기의 세부 규칙입니다. 학습 없이 OpenCV 분할만으로, 벨트 영역을 잡고 흰 송장을 마스크하고 모양으로 거른 뒤 박스 크기로 넓혀 내보냅니다. 추적은 등속 예측 매칭이고, 여러 번 검출된 트랙만 발행해 손이 올리는 순간의 가짜 트랙을 막습니다. 송장 긴 변으로 박스 각도를 내서 회전 파지에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상태기계의 이벤트와 액션 목록, 그리고 재확인 흐름 다섯 단계입니다. 순수 함수라 로봇 없이 전이 전체를 돌릴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음성 명령 다섯 유형의 대표 발화와, 검증 수치의 범위입니다. 의도 처리 20/20 은 모의 평가이고, 어제 낮 시연은 HMI 버튼으로 진행했으며 음성 명령은 밤에 재촬영한 영상에 담겨 있습니다. 물리 정지 지연이나 MQTT 장애 복구의 모든 시나리오가 완전 검증됐다고는 말하지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팔레트 계획을 검증한 불변식 여섯 개와, 로봇이 다루는 작업대 56칸 구성입니다. 초기 구현은 무작위 500개 중 468개가 어긋났고, 정답 생성기와 비교해 고친 판에서 0이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 게이트웨이의 안전장치 목록과 장시간 운전 기록입니다. 정지 실측은 두 파트의 측정 조건이 달라 두 값을 모두 적었습니다. 벌림 폭은 상황별로 다르게 쓰여(벨트 위·트레이 안) 본문에서는 50 mm 로 통일했습니다.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추종·파지 파트의 실측 표입니다. 명령 방식 비교, 피드포워드 속도별 오차, 회전 파지의 실패와 해결, 그리고 아직 남은 과제까지 숨기지 않고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대비 표입니다. 제어·비전·음성 쪽에서 나올 법한 질문과 답을 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K-Digital Training · [두산로보틱스] 지능형 로보틱스 엔지니어 과정 VOSS AI 기반 협동 로봇 작업 어시스턴트 구현 프로젝트 벨트를 멈추지 않고 집고, 송장을 읽고, 판단이 필요할 때만 묻는다 C-3조 팀 VOSS(Voice-Operated Sorting System) 김학민 · 남현지 · 박병후 · 정의석 [멘토] 이충현 · 2026-10-1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문제 해법 기술 시연 결과 팀 2 / 29 목차 — 결과보고서 5개 영역을 이 순서로 다룬다 발표는 문제 → 해법 → 기술 → 시연 → 결과 → 팀 순서로 흐르고, 보고서 영역은 아래처럼 대응된다 결과보고서 영역 슬라이드 내용 01 프로젝트 개요 3~7 · 23~24 선정 배경·기획 의도, 훈련 내용과의 연관성, 구현 컨셉·장비, 기대 효과·실무 활용성, 차별성 02 팀 구성 및 역할 25 훈련생별 담당 업무, 멘토 지원 내역 03 수행 절차 및 방법 26 사전 기획 / 수행·완료 단계별 기간·활동·비고, 총 개발 기간 04 수행 경과 8~22 데이터·전처리 → 시스템·모델 개요 → 선정 근거(대안 비교) → 정량 평가·개선 이력, 시연 영상 2편 05 자체 평가 의견 27~29 배운 것, 완성도 점수·부합도·실무 활용·달성도, 잘한 점·아쉬운 점, 개선 과제 부록 30~41 시스템 배포·제어 루프·사람/기록 경로, 캘리브레이션·박스 검출·OCR 판정·FSM·음성 검증 범위·팔레트 불변식·안전 기록·실측 표·예상 Q&amp;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 수치는 2026-10-15 시연 기준 문제 해법 기술 시연 결과 팀 3 / 29 20분 뒤 기억할 네 가지 협동로봇 1대 + 손목 카메라 1대로, 사람은 말로만 개입한다 이동 중 픽업 20/20 벨트를 멈추지 않고 집기 G1 게이트, 모두 1회 시도 올바른 구역 ★ 20/20 시연 박스 20개 모두 오분류 0 · 비정상 정지 0회 박스당 최단 ★ 7 s 감지에서 적재까지 최장 18.4 s · 목표 30 s 팔레트 16칸 ★ 2분 56초 배송 순서대로 적재 실패 0 · 초과 3개 안내">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대리점 분류는 아직 사람의 눈과 손이다 대형 터미널에는 자동분류기가 있지만, 동별로 나누는 마지막 단계는 사람이 송장을 읽고 손으로 옮긴다 ① 분류는 수작업 송장을 읽고 동별로 옮기는 일을 사람이 반 복한다 ② 물량·부담 증가 2021년 분류 전담 인력 투입 → 박스당 170 원 인상 요인 ③ 판독은 반드시 실패한다 흐리거나 구겨진 송장은 사람이 보강해 재투 입한다 ④ 손과 눈이 묶여 있다 현황 확인·조작마다 PC 앞으로 가야 한다 77 %↑ 택배 물동량 36.3억 → 64.2억 개 (2021 → 2025) 6~8 h 대리점 분류 작업, 하루 5 % 허브 유입 소포 중 판독 불가로 도착 현장에서는: 자동분류기는 173개 터미널에 1,227억 원 — 소규모 현장에는 맞지 않는 규모다 문제 해법 기술 시연 결과 팀 4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문제 해법 기술 시연 결과 팀 5 / 29 훈련에서 배운 것을 현장 문제 위에 얹었다 과정 요구 항목(호출어·STT·LangChain·객체 탐지·Pick and Place)과 추가 항목(Docker·DB·다중 PC)을 각각 어디에 썼는지 훈련 내용 (과정 요구) VOSS 에서의 적용 Wakeup word &quot;Hello Rokey&quot; &quot;헬로, 로키&quot; 감지 뒤에만 명령 처리. 정지 키워드(멈춰·정지·스톱·그만)는 호출어 없이 통과(안전) STT Whisper 로컬 (FastAPI /stt, AI 컨테이너) LangChain 키워드 추출 LangChain + OpenAI → intent JSON(유형·대상 동·우선순위·질의 종류) → 설정 YAML 허용 목록 검증 객체 탐지 OpenCV 분할 검출기 30 Hz. YOLO 와 같은 정답셋 비교 후 분할 채택 Pick and Place (협동로봇 제어) 벨트를 멈추지 않고 폐루프 비주얼 서보로 이동 중 픽업 → 구역 격자 적재 Docker 비전·AI·DB·웹 4종 컨테이너 DB PostgreSQL sort_log / pallet_log 2대 이상 PC · 컨테이너-호스트 통신 공용 PC(노드) + 웹 PC + 개인 PC, 같은 ROS_DOMAIN_ID, --network host, 브라우저·Spring Boot 는 MQTT 로만 연결 승인 목표: 픽업 ≥ 70 % OCR ≥ 90 % (흐림 제외 ≥ 95 %) 지시 해석 ≥ 95 % 사이클 ≤ 30 s 20개 중 16개 이상">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문제 해법 기술 시연 결과 팀 6 / 29 로봇이 반복을, 사람이 판단을 맡는다 현장을 작업대 120 × 65 cm 위에 축소해 재현했다 — 미니 컨베이어, 미니어처 박스, 자체 제작 송장 현장에서는: 기존 벨트와 구역은 그대로 두고 로봇 한 대만 더한다 실제 현장 시연 재현 분류 컨베이어 탁상 미니 컨베이어 택배 박스 46 × 31 × 27 mm 미니어처 20개 송장 40 × 25 mm 자체 제작(분류코드· 동·받는 사람) 배송 구역 A·B·C + 재확인 + 보류 + 팔레트 작업자의 손 M0609 + RG2 + 손목 카메라 지시 &quot;헬로, 로키&quot; 음성 + HMI 버튼 현황판 웹 HMI + 음성 피드백">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문제 해법 기술 시연 결과 팀 7 / 29 박스 하나는 이렇게 흐른다 정상이면 로봇 혼자 6단계로 끝나고, 판독이 불확실할 때만 주황색 예외 경로로 빠져 사람에게 묻는다 ① 시작 지시 &quot;헬로, 로키. 작업 시작&quot; → &quot;작업을 시작합니 다&quot;, 관측 자세로 voice_listener · intent_parser ② 검출 + 1차 OCR 입구에서 박스를 찾고 송장을 읽어 집을지 결 정. 대상 아니면 흘려보 냄 box_tracker · label_reader ③ 추종·파지 + 2차 OCR 벨트를 멈추지 않고 따 라가 정렬 → 하강 → 파 지 → 들기, 그 사이 한 번 더 읽음 belt_servo · robot_gateway ④ 구역 적재 동을 확정하고 A 역삼 ·B 대치·C 청담 격자 칸 에 놓음 sort_manager · robot_gateway ⑤ 기록·화면 DB 에 기록, HMI 갱신 ≤ 1 s, 관측 자세 복귀 → 다음 박스 sort_logger · hmi_bridge 예외 경로 신뢰도가 낮으면 재확인 구역 에 놓고 정지 상태에서 3차 재판독 작업자에게 질문 &quot;NNN번 박스 송장을 확인하지 못했습니다. 역삼동, 청담동 중 어디입니까?&quot; 답대로 적재 · &quot;보류해&quot; 또는 30 s 무응 답이면 보류 구역">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느린 판단과 빠른 제어를 분리했다 1초에 30번 도는 로봇 제어와, 수백 ms~수 초 걸리는 송장 판독·언어 이해를 다른 계층에 두고 작업 관리자가 조율한다 30 Hz 루프와 OCR·LLM 을 분리 LLM 은 로봇을 직접 움직이지 않는다 두산 서비스는 robot_gateway 만 호출 개발 환경 Ubuntu 24.04 · ROS 2 Jazzy · Python 3.12 · PaddleOCR · Whisper · LangChain + OpenAI · Docker · PostgreSQL · Mosquitto · Spring Boot + React — 배포 구성은 부록 A1-1 문제 해법 기술 시연 결과 팀 8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손목 카메라 한 대, 깊이 없이 30 Hz 로 박스를 쫓는다 박스 높이가 27 mm 로 정해져 있으니, 사진 속 송장이 어디 있는지만 알면 로봇 좌표로 바꿀 수 있다 손목 RGB 카메라 (D435i, 깊이 미사용) 자세는 pose 보간 + 핸드아이로 베이스 좌표계에 광선 ∩ (벨트 면 + 27 mm) = 박스 윗면 중심 깊이로 재면 벨트 면에서 틀린다 벨트 면 ↓ (호모그래피, 관측 자세) 송장을 찾는다 (박스 ≈ 손 색) 검출 p95 4 ms 카메라→발행 p95 49 ms 예산 100 ms 박스가 아니라 송장을 찾는다 — 골판지 색이 손 피부색과 같아, 흰 40 × 25 mm 송장을 OpenCV 분할로 잡는다 깊이 대신 RGB + 박스 높이 27 mm — 관측 자세는 호모그래피 (검증 5점 최대 2.63 mm), 이동 중은 핸드아이(검증점 15개 최대 4.56 mm, 기준 5 mm). 픽셀→베이스 변환은 비전의 단일 책임 — belt_servo 는 position_base 와 position_source 만 받는 다 분할 vs YOLO 187/187 동률, 오검출 0/25 — 더 단순하고 GPU 가 필요 없는 분할 채택, YOLO 는 대비책 29.8~30.0 Hz 검출률 99.9 % (1255/1256) 현장에서는: 깊이 센서 없이 저가 RGB 카메라 한 대로 된 다 문제 해법 기술 시연 결과 팀 9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송장은 세 번 읽고, 그래도 모르면 묻는다 읽을 기회를 입구·추종 중·재확인 구역 세 번 두고, 뒤 단계는 앞 단계가 놓친 박스만 받는다 — OCR(광학 문자 인식)은 PaddleOCR 한국어 로컬 1차 입구 관측 크롭 5 Hz, 트랙당 최대 10 장 · 목표 ≤ 300 ms 집을지를 정한다 2차 추종 중 집으러 가는 약 8 s 동안 가 장 선명한 프레임, 트랙당 최 대 3장 같은 동 2장 + 반대표 0 → 확정 3차 재확인 구역 정지 화면 5장(2 s), 그 칸 영 역만 → 질문 → 30 s 무응답 보류 S07-02 대치동 받는 사람 송장 40 × 25 mm (자체 제작) 코드 5.5 · 동 이름 4.5 · 받는 사람 2.8 mm 20 cm 높이 0.18 mm/px → 코드 약 30 px 전처리 송장 회전 사각형 검출 → 원근 보정 → 3배 확대 (±90° 회전 모두 바로 섬) 교차 검증 분류코드(끝 두 자리 = 동)와 동 이름이 같으면 확정, 다르면 코드 우선·신뢰도 하향 → 재확인 자모 편집거리 삼↔심 = 1/9 (음절 단위면 1/3), 유사도 0.6 미만은 버림, 2위 후보는 질문에 사용 1차가 확실했던 박스는 2차를 읽지 않는다 — 대부분의 박스 는 추종 중 OCR 부하가 0 못 읽은 크롭은 반대 증거가 아니라 분모에서 뺀다 — 1장 오 판이나 2:1 갈림이 틀린 구역이 되지 않게 S→5 오독·하이픈 누락 대응 — 접두 S 를 무시하고 숫자 4 자리를 겹쳐 찾는다 정지 송장 50/50 (흐린 5/5) 추종 중 136/136 현장에서는: 판독 실패가 라인을 멈추지 않는다 문제 해법 기술 시연 결과 팀 14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집으러 가는 동안 한 번 더 읽어 재확인을 줄였다 거꾸로 올린 박스는 입구에서 못 읽는다 — 시연 전날 저녁, 2차 판독이 늦게 도착하는 원인을 고쳐 재확인 구역을 거치지 않게 했다 고치기 전 — 박스당 약 37 s 1차 못 읽음 추종·파지 (2차 늦음) 재확인 구역에 놓음 3차 재판독 다시 집어 목적 구역 고친 뒤 — 박스당 약 19 s (재확인 없이) 1차 못 읽음 추종·파지 바로 목적 구역 파지 시작 뒤 4.2~5.2 s 에 2차 확정 → 목적 구역이 재확인행에서 A·B·C 로 바뀜 (모의 예측 약 5.1 s 와 일 치) 고친 것 ① 1차에서 송장은 찾았는데 글자가 없 던 트랙은 2차를 180° 쪽부터 읽는다 고친 것 ② 집으러 간 트랙의 1차 재읽기는 중 단 하고 0.5 s 미뤄 2차가 OCR 을 먼저 쓰게 5/5 거꾸로 올린 박스 추종 중 확정 (0/5 → 5/5) 0 틀린 구역 6.8 → 2.7 s 장당 OCR (거꾸로 송장, 4.5~6.8 → 1.9~2.7) 2.1 → 0.2 % 36.3 ms 넘는 서보 틱 (파지 중 OCR 이 줄어서) 실기 전에 모의(실기 시간 1/10)로 원인을 먼저 재현하고 고친 뒤 실 기 한 번으로 검증을 끝냈다. 2차 판독 기본 ON 으로 결정. 현장에서는: 박스를 거꾸로 올려도 늦지 않는다 문제 해법 기술 시연 결과 팀 15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문제 해법 기술 시연 결과 팀 10 / 29 추종 속도 = 벨트 속도 + 오차보정 속도 — 이 한 줄이 추종이다 벨트가 얼마나 움직일지는 미리 아니까 먼저 따라가고(피드포워드), 남은 어긋남만큼만 더 민다(비례 제어) v = v_belt + Kp · e 파지 6단계와 단계별 제어 법칙 · 실측 시간(10/10 → 10/13 사다리꼴 프로파일 적용 뒤) 준비 — 0.17 s 따라가기 TRACK FF + P · 카메라가 볼 때만 P 3.50 s 내려가기 DESCEND FF 만 · 사각 구간 2.60 → 1.60 s 잡기 GRASP FF 만 1.70 s 들기 LIFT 위로만 2.70 → 1.63 s 확인 재닫기 0.73 s 사각에서 멈추면 그리퍼 닫히는 동안 박스가 58 mm 지나간다 → 잡기도 FF 로 계속 따라간다 비례 제어의 '꼬리'(하강 2.6 s 중 1.9 s)를 사다리 꼴 감속으로 → 1건 11.4 s 에서 약 2.1 s 단축 I·D 항 없이도 된다 — 벨트 속도는 FF 가 맡아 P 에 남는 오차가 작고, 적분기는 사각·단계 전환에서 와인드업 위험 &quot;기다리기&quot; 규칙 — 벨트 방향 성분 하한 0, 상류로 돌진하 지 않는다. 사진·pose 는 과거 값이라 관측 시각 기준으로 예측·외삽 30 Hz TwistStamped → speedl_stream — 틱 평균 33.3 ms, 최대 38.3 ms (기준 40), pose 지연 15 ms 현장에서는: 벨트를 멈추지 않으니 기존 라인 속도를 유 지한다 v_belt = 피드포워드(FF) &quot;미리 따라가는 몫&quot; Kp · e = 비례(P) &quot;남은 오차만큼 더 미는 몫&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문제 해법 기술 시연 결과 팀 11 / 29 30 Hz 속도 명령으로 움직이고, 그리퍼는 기다리지 않는다 제어기가 낸 속도를 그대로 로봇에 흘려보낼 경로를 실로봇으로 재서 골랐고, 2초 걸리는 그리퍼 응답 동안에도 명령이 한 번도 끊기지 않게 구조를 짰다 로봇 명령 경로 — speedl_stream 결정과 사용 후보 3개 속도 명령(speedl_stream) · 위치 명령(servol_stream) · 짧은 이동 큐 (move_line ASYNC) 속도 명령 채택 — 두산 드라이버 소스와 실로봇 실측으로 비교 : 시작 지연 61.8 ms vs 205.4 ms 더 작고, 제어 출력과 일관성 사용 belt_servo(FF+P, 30 Hz) → /voss/robot/servo_cmd → robot_gateway → speedl_stream → M0609 그리퍼 — 기다리지 않는 호출 구현 비동기 호출 + 매 틱 확인(rclpy call_async + future) → 30 Hz 가 한 틱도 안 끊김. 그리퍼 호출이 어디서 쓰이나: 준비(미리 열기) · 잡기(닫는 동안 벨트 속도로 계속) · 확 인(재닫기 → grip_detected·폭 판정) 단일 실행 루프 멀티스레드 대신 30 Hz 타이머 한 곳에서 판단·발행·기록 → 잠금 (lock)·경쟁 상태 없음 그리퍼 닫기 요청 → 응답 대기 1.7~2.5 s — 명령은 계속 나감 → 응답 도착 ● 30 Hz 명령 — 한 틱도 끊기지 않음 기다렸다면: 명령이 비는 구간 → 로봇은 마지막 속도로 계속 감 61.8 ms 속도 명령 시작 지연 (위치 205.4) 24/24 실 RG2 벨트 위 재닫기 성공, 떨어뜨림 0 20/20 G1 게이트 — 이 구조로 통과 정지·범위 안전은 robot_gateway 가 강제한다 — 명령이 200 ms 끊기면 속도 0 + 정지(0.24 s / 4.98 mm) · 마지막 명령은 항상 0 · 높이 하한·작업 범위·속도 상한 직접 차단 · 컨트롤러 TCP 불일치 시 이동 거부, 경로 이탈 시 정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종이 박스를 14 N 으로, 31 mm 폭을 50 → 39 mm 로 잡는다 잡는 힘과 폭은 실측으로 정했고, 그리퍼가 박스 앞쪽을 잡는 원인은 자로 재서 회귀식으로 찾았다 박스 윗면 46 × 31 mm · 벨트 방향 → RG2 핑거는 31 mm 폭을 벨트 가로로 닫 는다 열림 50 닫힘 39 mm 14 N 찌그러지지 않는 최저 12 N + 여유 FF 속도(cm/s) vs 닫힘 순간 오프셋(mm, + = 앞쪽) y = 4.63 + 3.91 · Δv · 5속도 × 28회, 자로 측정 0점 4.573 → 4.56 채택 4.80: +8.50 4.56: −1.10 4.5 ~ 4.8 cm/s 파지 판정 — grip_detected 와 폭 피드백, 파지 높이 TCP z = 윗면 − 19 mm, LIFT 뒤 VERIFY 재닫기 약 170 ms 앞쪽을 잡던 원인은 FF 가 벨트보다 1.2 mm/s 빠른 것 — 사각·잡기 구간에서 시간에 비례해 누적. 보정 뒤 오차 +8.5 → −1.1 mm, 사다리꼴과 합쳐 +0.26 ± 0.25 mm 허용 범위도 실측 — 0° 10/10 · 15° 5/5 · 30° 5/5, 벨트 방 향 ±5·±10 mm 어긋나도 12/12 G1 게이트 20/20 (기준 14) 튜닝 28회 모두 성공 현장에서는: 종이 박스를 찌그러뜨리지 않고 한 번에 집는 다 문제 해법 기술 시연 결과 팀 12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성공한 뒤에도 숫자로 원인을 찾아 세 번 더 고쳤다 20번 성공한 회차를 다시 보니 여유가 0.02초뿐인 회차가 있었다 → 사각 판정 높이를 카메라가 실제로 놓치는 높이 위로(10 → 30 mm) 올리고 사각 체류 상한 을 둠 — 비스듬한 박스도 하강 중 놓침 0 (10/12, 3/3). 그 뒤 감이 아니라 측정·수식·시뮬레이션으로 세 가지를 더 고쳤다 더 빠르게 — 사다리꼴 속도 원인 비례 제어는 남은 거리가 반이면 속도도 반 → 목표 앞에서 끝없이 느려지는 '꼬리' 1.9 s 해법 남은 거리로 딱 멈출 만큼만 감속 v = √(2·a·d). 1/30 s 단위 계산이 3.3 mm 더 내려 가는 걸 시뮬로 찾아 감속도 0.8배 검증 시뮬을 실측에 먼저 교정 (2.567 vs 2.60 s) 하강 2.60 → 1.60 s 들기 2.70 → 1.63 s 더 정확하게 — 회귀 분석 함정 사각 구간 로그는 실제가 아니라 '예측' 기준 이었다 → 사각 직전 관측으로 실제 위치 재구성 원리 정상상태 오차 e = Δv / Kp ≈ 1.2 mm, FF 만 쓰는 구간에서는 시간에 비례해 누적 측정 회귀 기울기 3.91 s ≈ FF 만으로 움직인 시 간 — 수식과 실측이 맞물림 오차 +8.5 → +0.26 mm (± 0.25, 5회) 더 넓게 — 손목(J6) 회전 파지 원리 박스는 180° 대칭 → 각도를 2θ 로 펼쳐 중 앙값으로 목표 각. 감속 법칙은 사다리꼴을 재사 용 실패 + 방향 67° 넘으면 18회 중 9회 실패. 녹화 분석: 카메라가 그리퍼 중심보다 75 mm 앞이라 시야에서 박스를 놓침 해법 70° 넘으면 반대 방향으로 돌린다 14/14 성공 (회전각 68~109°) 같은 틀로 두 번: 문제 정의 → 원리 학습·측정 → 가설·반박 → 설계 → 시뮬 → 실기 → 기록 현장에서는: 한 번 됐다고 끝이 아니라, 수치로 여유를 확보한다 문제 해법 기술 시연 결과 팀 13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말은 JSON 이 되고, JSON 은 검증을 거쳐야 로봇에 닿는다 자연어 해석 계층과 명령 실행 계층을 분리했다 — LLM 이 내놓은 지시 의도(intent)를 ROS 쪽에서 한 번 더 검증한다 마이크 에너지 VAD 30 ms 프레 임, 0.7 s 무음 종료 Whisper STT 로컬, AI 컨테이너 FastAPI 호출어 매칭 &quot;헬로 로키&quot; · &quot;헬로 로키 야&quot; 인정, 정지어는 통과 LangChain + OpenAI Structured Output → intent JSON 검증 허용 목록 (zone_map)·ASKING 상태·box_id FSM 실행 sort_manager → 로봇 · TTS 안내 &quot;헬로, 로키. 대치동부터 분류해&quot; → intent JSON 예 (필드: type · dong · zone · route) { &quot;type&quot;: &quot;priority&quot;, &quot;dong&quot;: &quot;대치동&quot; } → 허용 목록에 있는 동인지, 정식 이름으로 정규화한 뒤에만 FSM 으로 음성 명령 5유형: 운전 제어 · 분류 지시 · 이력 질의 · 예외 응답 · 팔레타이징 지 시 · TTS 는 gpt-4o-mini-tts 24 kHz 스트리밍, 순차 재생 정지는 LLM 보다 먼저 — &quot;멈춰·정지·스톱·그만&quot;은 호출어 없이, LLM 호출 전에 로컬에서 판정 잘못된 출력은 실행하지 않는다 — 스키마 불일치·미등록 동·불충분한 문맥은 거절 하거나 재질문 음성이 안 되면 같은 명령을 HMI 버튼·웹 텍스트 칸으로 — 의도 처리 고정 평가 20/20 (LLM 16 + 로컬 4, 모의) 현장에서는: 말이 잘못 들려도 로봇이 엉뚱하게 움직이지 않는다 문제 해법 기술 시연 결과 팀 16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작업 관리자 하나가 상태·설정·기록을 쥔다 지금 로봇이 무엇을 하고 있고 다음에 무엇을 할지는 sort_manager 한 곳이 정한다 — 로봇 없이도 통째로 시험할 수 있게 순수 함수로 IDLE RUNNING PICKING RECHECK ASKING PAUSED PALLETIZING &quot;작업 시작&quot; · 1 차 판독으로 결정 불확실 재판독 → 질문 → 30 s &quot;멈춰&quot; ↔ &quot;재개해&quot; 순수 함수 step(ctx, event) → (ctx, actions) · 단일 스레드, 잠금 없음 · 로봇 없이 pytest 168 개, 가짜 장비 대역으로 노드까지 설정 단일 권한 voss_config.yaml(구역·동·코 드·좌표·별칭)을 읽는 노드는 sort_manager 뿐, 나머지는 zone_map 토픽 구독 기록 — 박스마다 OCR 원문·판정 동·신뢰도·판정 주체(자동/ 작업자)·구역·칸·결과·시각을 sort_log 에, 팔레트는 pallet_log 에. DB 가 끊기면 JSONL 로 스풀했다가 재전송, 중 복 방지 HMI 경로 — ROS → hmi_bridge → MQTT → Spring Boot → REST/SSE → React. 브라우저는 ROS 에 직접 붙지 않는다 접수 ≠ 전달 ≠ 완료 — 웹 명령의 HTTP 접수(202), MQTT/ ROS 전달, 로봇의 실제 완료를 다른 단계로 본다. 준비 안 된 장 비는 사람이 읽는 not_ready 목록으로 현장에서는: 한 곳만 보면 지금 무슨 일이 일어나는지 안다 문제 해법 기술 시연 결과 팀 17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시연 ① 분류 — 못 읽어도, 비스듬해도, 라인은 멈추지 않는다 영상(2분 40초)에서 이 여섯 장면을 보시면 됩니다 (시나리오 1 기준 · 음성 명령 포함 재촬영) ★ 10/15 낮 시연(HMI 버튼): 20/20 올바른 구역 · 재확인 4건 모두 완주 · 비정상 정지 0회 1 웹 시작 → &quot;작업을 시작합니다&quot; · 투입 예정 수량 20 · 정상 박스는 B·C 로 2 180° 거꾸로 박스 → A · −60°·90° 비스듬한 박스 → 손목을 돌려 잡 음 3 흐린 송장 → 로봇이 묻는다 → &quot;헬로, 로키. 역삼동이야&quot; → A 4 &quot;정지&quot; → 일시 정지 → &quot;헬로, 로키. 작업 재개해&quot; → 운전 중 5 &quot;헬로, 로키. 대치동부터 분류해&quot; → 역삼 박스는 집지 않고 통과 → &quot;전 부 구역별로 나눠줘&quot; 6 판별 불가 송장 → &quot;헬로, 로키. 보류해&quot; → 보류 · &quot;지금까지 역삼동 몇 개야?&quot; → &quot;역삼동은 지금까지 ?개입니다&quot; 문제 해법 기술 시연 결과 팀 18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문제 해법 기술 시연 결과 팀 19 / 29 현황은 말로 묻고, 화면으로 본다 작업자는 손과 눈을 작업에 둔 채로 묻고, 관리자는 웹 화면에서 같은 기록을 본다 — 답은 DB 기록에서 나온다 상태 반영 ≤ 1 s — 모의 ROS 상태 → MQTT → SSE → React 경로 12/12 작업자 &quot;헬로, 로키. 지금까지 역삼동 몇 개야?&quot; 로봇 &quot;역삼동은 지금까지 4개입니다.&quot; &quot;헬로, 로키. 보류 몇 개야?&quot; 로봇 &quot;보류는 1개입니다.&quot; 웹 텍스트 칸에 입력 (음성 대신) &quot;역삼동 몇 개 있어?&quot; → 웹 답장 + 스피커 &quot;역삼동은 지금까지 6개입 니다.&quot; 화면 구성 운전·분류 지시 버튼, 투입 예정 수량(기본 20) · 구역별 집계, 보 류 목록 · 현재 지시·OCR 결과·로봇 상태 · 손목·USB 카메라 화면 · 팔레 트 배치도·진행률·초과 경고 현장에서는: 현황 확인하러 PC 앞으로 갈 필요가 없다">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팔레트는 트럭 짐칸이다 배송 순서를 말하면 첫 배송지가 문 쪽에 오도록, 마지막 배송지부터 안쪽에 싣는다 — 4열 × 2줄 × 2층 = 16칸 2층 대치 청담 역삼 역삼 대치 청담 역삼 역삼 1층 대치 대치 청담 역삼 대치 대치 역삼 역삼 ← 1열 트럭 머리(안쪽) 경로 역삼 → 청담 → 대치 (시나리오 1, 영상) 대치 6 · 청담 3 · 역삼 7 · 초과 청담 3 4열 상하차 문 → 계획은 순수 함수 같은 입력 → 같은 계획. 계획 하 나를 HMI·안내 음성·DB·로봇이 함께 쓴다. 정 답 생성기 + 불변식 6개, 무작위 500개 불일치 468 → 0 실측이 바꾼 설계 4열에 역기구학 해 없음 → 팔 레트 +Y 80 mm · 역기구학 '성공' 오판 → 정기 구학 재검증 · 베이스 뒤 직선 → 앞쪽 원호 스플 라인 말한 순서 = 배송 순서 — 마지막 배송지를 트럭 안쪽(1열)부터, 첫 배송지를 문(4열) 쪽에 16개를 넘으면 — 물량 많은 동부터 싣고(동률이면 먼저 방문 동 이 후순위), 초과분은 원래 구역에 두고 음성·HMI 로 알린다. 경 로 밖 동은 싣지 않는다 이동 300 mm/s 는 실측으로 — 450 에서 관절 속도 포화로 안 전 정지 3/3 재현, 350 에서 10/10 무정지, 여유를 두어 300(가 속 900, 블렌딩 30) 현장에서는: 분류에서 상차 순서까지 한 번에 끝난다 문제 해법 기술 시연 결과 팀 20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descr="시연 ② 배송 순서를 말하면 트럭 짐칸 순서로 싣는다 영상(44초) — 지시 → 되읽기 → 화면 배치도 → 16칸 적재 → 완료 안내 (시나리오 1 기준) ★ 16 DONE · 실패 0 · 초과 3 ★ 전체 2분 56.6초 ★ 박스당 최대 15.3 s ★ 계획 칸 = 놓은 칸 16/16 작업자 &quot;헬로, 로키. 팔레타이징 시작해. 역삼동, 청담동, 대치동 순서로 실어 줘&quot; 로봇 되읽기 &quot;역삼동, 청담동, 대치동 순서로 싣겠습니다. 첫 배송지 역삼동은 오른쪽입니다. 팔레트가 16칸이라 3개는 싣지 못하고 원래 구역에 둡니다.&quot; 웹 배치도 계획 칸 16 · 초과 청담 3 경고 적재 P1~P6 대치(1열·2열 1층) → P7~P9 청담 → P10~P16 역삼(4열 = 문 쪽). 베이스 뒤쪽 팔레트까지 앞쪽 원호 한 번으로 완료 안내 &quot;팔레트 적재를 마쳤습니다. 역삼동 7개, 청담동 3개, 대치동 6개를 실었습니다. 초과로 못 실은 박스는 청담동 3개입니다.&quot; ★ 수치는 2026-10-15 낮 시연 기준 (경로 청담 → 역삼 → 대치) · 영상은 밤 재촬영(시나리오 1) 문제 해법 기술 시연 결과 팀 21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descr="목표를 모두 넘었다 승인 목표(BRD)와 실측 — 분모와 성공 기준을 측정 전에 고정했다 항목 승인 목표 실측 판정 이동 중 픽업 성공률 ≥ 70 % (20회 중 14) 20/20 — G1 게이트 10/10, 모두 1회 시도 달성 송장 OCR 분류코드 정확도 ≥ 90 % (흐린 송장 제외 ≥ 95 %) 정지 50장 50/50 · 추종 중 136/136 (실기 31 + 오프라인 105) 달성 시연 완주율 ★ 20개 중 16개 이상 올바른 구역 20/20 — 역삼 7 · 대치 6 · 청담 6 · 보류 1 달성 박스당 사이클 ★ ≤ 30 s (감지 → 적재) 바로 분류 최장 18.4 s (재확인·30 s 질문 대기 포함 최장 67.5 s) 달성 검출 주기 / 지연 30 Hz / ≤ 100 ms 29.8~30.0 Hz / p95 49 ms 달성 팔레타이징 ★ 박스당 ≤ 30 s, 경로대로 100 % 16 DONE · 실패 0 · 초과 3, 박스당 최대 15.3 s, 전체 2분 56.6초 달성 재확인 흐름 ★ 정지 없이 재판독·질문·보류 4건 모두 완주 — 재판독 확정 / 질문 → 답 / 3지 질문 → 답 / 30 s 무 응답 → 보류 (거꾸로 올린 박스 2건 포함) 달성 비상정지·비정상 정지 ★ 0회 0회 달성 HMI 반영 ≤ 1 s ≤ 1 s (모의 ROS → MQTT → SSE → React 12/12) 달성 ★ 수치는 2026-10-15 시연 기준 (2회차) · 음성 의도 고정 평가 20/20 은 모의(LLM 16 + 로컬 4)이며 실물 음성 종단 성공률을 뜻하지 않는다 문제 해법 기술 시연 결과 팀 22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descr="현장에서는 이렇게 쓴다 대형 소터 없이, 지금 있는 벨트와 구역 위에 협동로봇 한 대를 더하는 규모 — 사람은 말로 예외만 처리한다 도입 규모 협동로봇 1대 + RGB 손목 카메라 1대 + 기존 컨 베이어 깊이 센서·GPU 학습 불필요 (OCR 만 GPU) M0609 리치 900 mm · 가반 6 kg, RG2 그리퍼 14 N 으로 종이 박스 보호 설정은 YAML 한 파일 — 구역·동·분류코드·좌 표 173개 터미널 1,227억 원 소터와 다른 출발점 운영 반복 분류는 로봇, 예외 판단·우선순위·현황 질 의는 작업자의 말 판독 실패는 재확인 → 질문 → 30 s 보류로 흡수, 시연 중 정지 0회 ★ 연속 운전 30.4분 78/78 · 전체 시스템 64.5분 오 류 0, 로봇 무응답 0 통신이 끊기면 로봇이 스스로 정지, 작업 범위·속 도 상한은 게이트웨이가 강제 박스마다 DB 기록 → 집계·이력 질의 확장 WMS 등 실제 택배 시스템 연동 — 기록 구조 (sort_log·pallet_log)가 이미 있다 실제 규격 박스·실제 송장(손글씨·구겨짐) 벨트 속도 7~10 cm/s 로 상향, 박스 연속 투입 팔레트 다단 적재·무게 고려 모듈 구조라 카메라·음성·HMI 를 바꿔 끼운다 분류 전담 인력 투입은 박스당 170원 인상 요인 — 64억 개 × 170원 ≈ 연 1.1조 원(추정). 이 비용 구조와 대비해 볼 규모다 문제 해법 기술 시연 결과 팀 23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lide 24" descr="무엇이 다른가 일반적인 접근과 VOSS 의 선택, 그리고 그 근거 일반적 접근 VOSS 근거 벨트를 멈추고 집는 Pick &amp; Place 멈추지 않는 벨트 — 손목 카메라 1대로 움직이는 박스를 추종·파 지 G1 20/20, 사이클 최장 18.4 s 판독 실패 = 사람이 빼서 다시 투입 실패를 설계에 넣었다 — 3단계 OCR + 재확인 + 질문 + 30 s 보류 재확인 4건 완주, 정지 0회 ★ 작업자가 PC 앞에서 조작·확인 판단이 필요한 순간에만 말로 개입 — 손과 눈은 작업에 5유형 음성 명령 + HMI 버튼 LLM 이 로봇 명령을 직접 생성 LLM 은 로봇을 직접 움직이지 않는다 — intent JSON → 허용 목 록 검증 → 상태기계 정지는 LLM 전에 로컬 판정 분류에서 끝 분류에서 적재까지 — 배송 순서를 말하면 트럭 짐칸 순서로, 초과 분은 알려 준다 16 DONE · 초과 3 · 2분 56.6초 ★ 대형 소터 투자 협동로봇 1대로 시작할 수 있는 규모 — 기록은 DB 에 남아 집계· 이력 질의가 된다 RGB 카메라 1대 + 탁상 컨베이어 문제 해법 기술 시연 결과 팀 24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lide 25" descr="네 명, 네 파트, 하나의 인터페이스 역할은 코드 오너 기준, 리뷰는 교차 — 강의실 작업일 12일 동안 각자 PC 에서 병렬로 만들고 공용 PC 에서 통합했다 남현지 비전·OCR·통합·팔레타이징 box_detect/box_track · hand_eye/ pose_lag · label_reader/stage2/ match/vote · sort_fsm · pallet_plan/pallet_fsm · docker/ vision · voss_up.py 정의석 음성·웹 HMI·DB·AI 컨테이너 voice_listener · intent_parser · hmi_bridge · sort_logger 박병후 추종·파지 belt_servo — FF+P 제어, 사다리꼴, 회 전 파지 김학민 로봇 제어·환경 설정·실측 robot_gateway · RG2 · MoveToZone · 캘리브레이션 10/01 기획·문서 10/06 실측·캘리브 10/10 G1 게이트 10/11 전체 통합 10/13 Sprint 2 게이트 10/15 시연 게이트 통과 기준과 분모를 미리 정하고, 날짜가 아니라 로그와 원인을 보고 전원이 결정 인터페이스 선행 토픽·서비스·메시지·YAML·JSON 계약을 코드보다 먼저, 필드는 끝에만 추가 기록 결정은 ADR 16건, 실측값은 measurements 문서 한 곳 멘토 이충현 — 주제 선정 피드백 · 두산 드라이버·ROS 2 환경 질의응답 · 중간 점검 시 시연 범위 조정 조언 문제 해법 기술 시연 결과 팀 25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lide 26" descr="기획 5일, 수행 8일, 완료 3일 — 게이트 두 번으로 나눴다 총 개발 기간 2026-10-01 ~ 10-16 (16일, 강의실 작업일 12일) · 사전 기획 5일 → 수행 8일 → 완료 3일 사전 기획 10/01~05 수행 10/06~13 — G1 게이트 10/10 · Sprint 2 게이트 10/13 완료 10/14~16 — 리허설·시연·발표 단계 기간 활동 내용 비고 사전 기획 10/01 ~ 10/05 주제 선정(대리점 동별 분류 수작업), BRD·SRD 작성, 승인 목표 9항목 확정, 토픽 ·메시지·YAML·JSON 인터페이스 계약 선행, ADR 기록 시작 측정 정의(분모·성공·무효)를 측정 전 에 고정 실측·캘리브레이션 10/06 ~ 10/09 벨트 속도표(4.89 cm/s), 호모그래피·핸드아이(촬영 27장 + 터치), 정지 송장 OCR 50장, 검출 30 Hz 실측, 명령 방식(speedl/servol) 비교 깊이 카메라 미사용 결정 추종·파지 ~ 10/10 belt_servo FF+P 제어, watchdog·비동기 그리퍼, robot_gateway 안전장치 G1 게이트 20/20 (기준 14) 전체 통합 10/11 ~ 10/12 음성 → FSM → 로봇 → HMI → DB 전체 루프, 컨테이너 4종·다중 PC 통신 공용 PC 에서 통합 · voss_up.py 한 번 으로 컨테이너 4종 + 노드 기동, 비전 컨 테이너 GPU 는 OCR 전용 팔레타이징 ~ 10/13 배치 계획 순수 함수·불변식 6개, 팔레트 +Y 80 mm, 원호 경로, 사다리꼴 프로파 일·FF 회귀 튜닝 Sprint 2 게이트 16/16 완료 10/14 ~ 10/16 리허설, 시연(10/15 낮 2회차), 2차 OCR 수정·실기 5/5 및 음성 포함 재촬영 (10/15 밤), 발표(10/16) 시연 20/20 · 정지 0회 문제 해법 기술 시연 결과 팀 26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lide 27" descr="배운 것 결정 → 근거 → 배운 것 단순한 것이 이겼다 결정 박스 검출은 YOLO 대신 OpenCV 분할, 호 출어는 전용 모델 대신 VAD + Whisper 문자열 매칭 근거 같은 정답셋에서 187/187 동률, 검출 p95 4 ms, GPU 불필요 배운 것 기준을 넘는 가장 단순한 방법을 고르 고, 복잡한 방법은 대비책으로 둔다 실측이 설계를 바꿨다 결정 깊이 카메라 대신 RGB + 박스 높이 27 mm · 팔레트 +Y 80 mm · 베이스 뒤 직선 → 원호 스 플라인 · FF 속도는 자로 재서 회귀로 근거 깊이는 28 cm 이하에서 불안정 · 4열 역기 구학 해 없음 · 회귀 y = 4.63 + 3.91·Δv → 4.573 배운 것 로봇 슬롯마다 측정 항목을 정해 가고, 값은 한 문서에만 적는다 드라이버·실로봇의 제약은 구조로 흡수 결정 robot_gateway 단일 호출 큐 · 명령이 끊 기면 watchdog 200 ms + 마지막 0 · 그리퍼는 비동기 호출 근거 두산 서비스 동시 호출 시 드라이버 정지 · 실로봇은 명령이 끊겨도 마지막 속도로 계속 감 (에뮬레이터와 반대) 배운 것 문서·시뮬레이터를 믿지 말고 실로봇 으로 확인하고, 알려진 실패 모드는 아키텍처 규칙으로 바꾼다 문제 해법 기술 시연 결과 팀 27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lide 28" descr="스스로 매긴 점수와 남은 숙제 결과물 완성도 (팀 평균) 9.5 / 10점 개인 9.5 · 10 · 9 · 9.5 승인 목표 전부 달성, 비정상 정지 0회 기획 의도 부합도 — 대리점 분류의 네 문제(수작업·물량·판독 실패·손과 눈)에 이동 중 픽업·3단계 OCR·음성 개입으로 대응, 승인 목 표 9항목 모두 달성(22장) 실무 활용 가능성 — 협동로봇 1대 + RGB 카메라 1대 규모, 연속 운전 64.5분 오류 0. 단, 실제 송장·벨트 7~10 cm/s·WMS 연동은 검증 전 달성도 — 시연 20/20, 사이클 18.4 s(목표 30), 팔레트 16칸 2분 56.6초 ★. 0.5점을 남긴 이유: 음성 제어 범위를 끝까지 넓히지 못했고 실물 음성 종단 성공률은 미측정 잘한 점 게이트 기준·인터페이스 계약을 먼저 정해 12일 안에 네 파트 통합 · 가정이 아 니라 측정으로 결정 · 발견한 문제를 한 파이프라인으로 능동 해결 · 시연 전날 밤에도 모 의 → 실기로 2차 OCR 수정 아쉬운 점 다양한 기술 스택의 개발 환경 설정·팀원 간 버전 조율에 시간 소요 · 종반부 커뮤니케이션·일정 관리 일부 미흡 · 낮 시연을 HMI 버튼으로 진행해 음성 종단 성공률 을 수치로 남기지 못함 남현지 비전은 &quot;잘 읽는 것&quot;보다 &quot;못 읽었을 때 멈추지 않는 것&quot;이 현장 가치임을 배웠다 → 로봇 비전·통합 엔지니어로 현장 자동화 프로젝트를 이끄는 것이 다음 목표 정의석 음성 인식 → ROS 2 → 웹 관제를 통합하며 통신 안정성과 명령 검증의 중요성을 체감 → 로봇 SW·시스템 통합·백엔드 개발자 역량으로 박병후 문제 정의 → 원인 파악 → 가설 검증 → 해결 파이프라인을 체득, 이론이 현장에서 응용되는 것을 체감 → 생산·물류 자동화 라인의 제어·트러블슈팅 엔지니어로 김학민 환경 구축부터 적재·안전 이동까지 로봇 제어 전반을 처음부터 끝까지, 가정이 아 니라 측정으로 결정하는 법과 파트 간 인터페이스를 맞추는 협업을 배움 문제 해법 기술 시연 결과 팀 28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lide 29" descr="현장으로 가려면 다음 단계 로드맵 — 작업대에서 실제 라인으로 단기 실제 규격 박스·실제 송장(손글씨·구겨짐)으 로 판독 검증 멈춤·재개를 시연 속도에서 반복 검증 소음 환경 호출어 강건성 — 전용 호출어 모델 중기 벨트 위 박스 연속 투입 (지금은 1개씩) 벨트 속도 7~10 cm/s 로 상향 (지금 약 4.89 cm/s) 팔레트 다단 적재 최적화·무게 고려 장기 WMS 등 실제 택배 시스템 연동 안전 인증·장시간 운영 신뢰성 현장 규모에 맞춘 다중 구역·다중 라인 확장 대형 소터 없이, 협동로봇 1대 로 시작할 수 있는 분류 자동화 감사합니다 · Q&amp;A 문제 해법 기술 시연 결과 팀 29 / 2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lide 30" descr="부록 A1-1 · 시스템 어디서 도는가 — 공용 PC 한 대, 컨테이너 5개, 로봇 전용망 부록 1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lide 31" descr="부록 A1-2 · 시스템 눈에서 손까지 — 30 Hz 제어 루프와 멈추는 규칙 부록 2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Slide 32" descr="부록 A1-3 · 시스템 사람과 기록의 경로 — 음성·웹·DB 는 판단 계층에만 붙는다 부록 3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lide 33" descr="부록 A2 · 비전 / 로봇제어 depth 없는 좌표 — 캘리브레이션·지연 실측 상세 항목 값 카메라 내부 파라미터 재추정 (체커보드 27장) 재투영 rms 0.26 px 핸드아이 풀이 방법 PARK 채택 (HORAUD·ANDREFF 와 비교). TSAI·DANIILIDIS 는 공구축 ±60° 회전에서 노이즈 없는 합성 데이터도 1~2 mm 어긋나 제외 보드 흩어짐 / 풀이 방법 간 차이 0.85 mm / 0.81 mm 광축 방향 위치 보정 +9.2 mm — 보드 사진이 모두 ≤ 25° 아래를 보는 자 세라 광축 방향이 약함 → 회전 고정, 위치만 가우스- 뉴턴 (기준: TCP 터치점·검증점) 검증점 15개 최대 오차 (핸드아이) 4.56 mm (기준 5 mm) 관측 자세 호모그래피 최대 오차 2.63 mm (교정 10점, 검증 5점, 10/07) · 10/08 재 터치 4점 2.92 mm pose 지연 — 게이트웨이 서비스 → joint_states 발행 약 60 ms → 15 ms, 이동 중 오차 최대 0.31 mm 벨트 진행 방향 / 벨트 속도 −0.74° / 4.89 cm/s (설정값별 속도 표로 확정) 카메라 촬영 조건 수동 노출 6.0 ms · WB 4600 → 포화 0.33 %, 보조 조명 없이 픽셀 → 베이스 (프레임마다) ① 촬영 시각 t + pose_lag 의 TCP 자세를 50 Hz pose 에서 보간(위치 선형·자세 slerp), 없 으면 최근 5개 속도로 80 ms 까지 외삽(40 ms 넘게 끊긴 이력은 제외) ② T_base_camera = T_base_tcp · T_tcp_camera ③ 픽셀 왜곡 보정 → 광선 ④ 광선 ∩ (벨트 면 + 27 mm) = position_base. 75° 넘게 비스듬하면 무효 pose_lag 재기 정지한 박스를 로봇이 움직이며 보면 좌표는 한 점이어야 한다 → lag 를 바꿔 가며 흩어짐이 가 장 작은 값. 진행 방향 오차 ≈ 속도 × (lag − 실 제 지연) 데이터 수집 촬영 27장 + 터치 5회">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lide 34" descr="부록 A3 · 비전·OCR 송장 판정 규칙과 실측 평가 데이터 요약 — 정지 송장 50 · 추종 크롭 136 (실기 31 + 녹화 105) · 검출 정답셋 박스 187 + 손/빈 벨트 25 · 체커보드 27 + 터치 5 + 핸드아이 검증점 15 · 호모그래피 교정 10 + 검 증 5 · 팔레트 무작위 500 + 시나리오 S1~S8 판정 → 신뢰도 (기준 confidence_min 0.6) 판정 신뢰도 뜻 AGREE (코드·동 일치) 1 − (1 − s_code)(1 − s_dong) 두 증거가 서로 보강 CODE_ONLY 0.8 × s_code 동 이름이 안 읽힘 DONG_ONLY 0.7 × s_dong 분류코드가 안 읽힘 CONFLICT (불일치) 0.5 × 코드 쪽 재확인 구역으로 크롭 한 장 읽기 HSV 흰색(V ≥ 200, S ≤ 90) → 닫힘 연산 → 윤곽 채움 → 중심에 가장 가까운 송장 → 긴 축 방향 선택 → 원근 보정 + 3배 확대 → PaddleOCR(PP-OCRv5 korean, 방향·펴 기 분류 끔) → 코드는 S 무시·숫자 4자리 겹침, 동은 자모 편집거리 작업 스레드 하나 우선순위 재판독 → 2단계 → 1단계. 트랙당 대기 크롭 1장, 2단계는 더 선명한 크롭이 오면 교체. 3단계는 요청 동안만 카메라 구독, 선명한 순 최대 3장, 같은 동 2장이면 종료. 다수결 가중 — 2단계 표는 선명도 / 최대 선명도로 가중 · 판정 나온 방향(0°/180°)은 트랙마다 기억 실측 지표 값 조건 정지 송장 분류코드 50/50 (흐린 5/5) 10/06, CPU 추종 중 판독 136/136 실기 31 + 녹화 105 거꾸로 박스 추종 중 확정 0/5 → 5/5 10/15 고치기 전·후 장당 OCR (거꾸로 송장) 4.5~6.8 → 1.9~2.7 s 호스트 CPU 박스당 사이클 약 37 → 19 s 재확인 없이 36.3 ms 넘는 서보 틱 2.1 → 0.2 % 파지 중 OCR 감소 재확인 구역 사진 판독 모두 1.00 VIEW 자세 11장 (18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lide 35" descr="부록 A2-2 · 비전 학습 없는 검출 — 분할 4단계와 추적 규칙 분할 파이프라인 (프레임마다, 1/2 해상도) 단계 규칙 ① 벨트 영역 초록 비율이 높은 열 범위 ∪ 초록 성분의 볼록 껍질 + 여유 60 px — 카메라 가 J6 로 돌아 벨트가 기울어도 송장을 자르지 않음 ② 흰색 마스크 HSV V ≥ 200, S ≤ 90 → 닫힘 연산 21 px 로 글자 구멍을 메움 ③ 성분 거르기 면적 ≥ 6000 px², 가로세로비 1.6 ± 0.3(40:25), 회전 사각형 대비 채움 ≥ 0.8, 화면 가장자리 4 px 안에 걸리면 제외(중심 치우침) ④ 출력 송장 사각형을 박스 크기 46 × 31 mm 로 넓힌 bbox · 중심 픽셀 · 긴 변 방향 벡터 29.8~30.0 Hz 검출 p95 4.0~4.2 ms 카메라→발행 p95 49 ms 99.9 % (1255/1256) 박스 10개 → 트랙 10개 추적 등속 예측 위치와의 거리로 탐욕 매칭 · ID 는 새 박스마다 +1, 재사용 없 음 · 여러 번 검출된 트랙만 발행(손으로 올리는 순간의 가짜 트랙 차단) · 15프 레임 연속 미검출이면 폐기 · 파지 중 트랙은 손가락에 가려도 유지 OCR 크롭 선택 bbox 를 15 % 넓혀 자름 · 트랙·단계마다 5 Hz · 입구 단계 는 트랙당 10장 · 선명도는 라플라시안 분산 · 단계(1 입구 / 2 추종 중 / 3 재확 인)는 sort_manager 상태로 결정 박스 각도(yaw) 송장 긴 변 양 끝 픽셀을 위치와 같은 변환으로 베이스에 옮겨 XY 각을 (−π/2, π/2] 로 → J6 회전 파지가 사용 부록 6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Slide 36" descr="부록 A4 · 통합 작업 관리자 — 상태·이벤트·액션과 재확인 흐름 구분 내용 상태 IDLE · RUNNING · PICKING · RECHECK · ASKING · PAUSED · PALLETIZING 이벤트 명령 · 판독 도착 · 파지 액션 결과 · 이동 완료 · 정지 완료 · 재판독 완료 · 시간 틱 액션 파지 goal 보내기·취소 · 정지 · 구역 이동 · 재판독 요청 · 결과 기록 · 안내 발화 · 로그 구조 step(ctx, event) → (ctx, actions) 순수 함수. ROS 노드는 이벤트를 넣고 액션을 실행하며 장비 시간 초과만 본다. 단일 스레드, 잠금 없음 시험 전이 전체 pytest, 가짜 장비 대역(g0_mock)으로 노드까지 — voss_manager 시 험 168개 준비 판단 로봇·서보·비전·OCR·기록이 모두 준비됐을 때만 start. 장비 상태를 사람이 읽는 not_ready 목록으로 설정 voss_config.yaml 을 읽는 노드는 sort_manager 뿐. 다른 노드는 transient_local zone_map 토픽 구독(늦게 떠도 마지막 값) 분류 판정과 재확인 흐름 ① RUNNING 에서 아직 정하지 않은 트랙의 첫 1단계 판독으 로 결정. 단계 시작 전 크롭·시야 밖 트랙의 판독은 버림 ② 확실하면 목적 구역 다음 칸, 불확실하면 빈 재확인 칸으로 PICKING. 추종 중 확실한 2단계가 오면 목적 구역으로 변경 ③ 재확인 칸에 놓은 뒤 그 칸만 보는 재판독 요청(RECHECK) ④ 확실해지면 다시 집어 목적 구역으로. 아니면 1·2위 후보로 작업자에게 질문(ASKING) ⑤ 답이 오면 그 구역으로, 30 s 안에 없으면 보류(HOLD)로 종 료 부록 7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Slide 37" descr="부록 A5 · 음성·웹·HMI 음성 명령 5유형과 검증 범위 유형 대표 발화 (앞에 &quot;헬로, 로키.&quot;) 운전 제어 &quot;작업 시작&quot; / &quot;멈춰&quot;(호출어 없이) / &quot;작업 재개해&quot; 분류 지시 &quot;대치동부터 분류해&quot; / &quot;전부 구역별로 나눠줘&quot; 이력 질의 &quot;지금까지 역삼동 물류 몇 개야?&quot; / &quot;보류 박스는 몇 개야?&quot; / &quot;지금 박스 몇 개 남았어?&quot; 예외 응답 &quot;역삼동이야&quot; / &quot;보류해&quot; (ASKING 상태·box_id 검증) 팔레타이징 지시 &quot;대치, 역삼, 청담 순서로 실어줘&quot; 파이프라인 상세 에너지 VAD(RMS 임계, 30 ms 프레임, 0.7 s 무음 종료) → 메모리 내 WAV → /stt(faster- whisper) → 전사 앞부분 호출어 매칭(&quot;헬로 로키&quot;·&quot;헬로 로키야&quot;) → 정지어는 로컬 선처리 → / intent(LangChain + OpenAI Structured Output, 필드 type·dong·zone·route) → zone_map 허용 목 록·정규화 → Intent 메시지 → FSM. TTS gpt-4o-mini-tts 24 kHz PCM 스트리밍, FIFO 순차 재생. 웹 PC 음 성 노드는 REST → Spring Boot → MQTT → hmi_bridge 경로도 가능 검증 — 범위를 구분해 읽을 것 시험 결과 범위 음성 의도 처리 고정 평 가 20/20 LLM 16 + 로컬 4, 모의. 실물 종단 성공률 아님 웹 상태 연계 12/12, DOM ≤ 1 s 모의 ROS → MQTT → SSE → React 10/15 낮 시연 (★) 분류 20/20 HMI 버튼 사용, 음성 intent 0건 10/15 밤 재촬영 영상 성 음성 명령 포함 (시나리 오 1) DB 기록 복원력 sort_logger → PostgreSQL. DB 장애 시 JSONL 로컬 스풀 → 연결 복원 시 재전송, 중복 저장 방지, 잘못된 데이터 격 리 구역으로 물으면 &quot;A구역 몇 개야?&quot; → &quot;어느 동인지 말씀해 주세 요.&quot; (동 이름으로 질의) 부록 8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Slide 38" descr="부록 A6 · 팔레타이징 / 로봇제어 팔레트 계획의 불변식 6개와 작업대 56칸 정답 생성기 + 불변식 — 시나리오 S1~S8 + 무작위 500개, 불일치 468(v1.4) → 0(v1.5) 실은 수 + 못 실은 수 = 물량 칸 번호에 중복이나 빈틈이 없다 2층 박스 아래 1층이 비지 않는다 나중에 내릴 박스가 위나 바깥에 오지 않는다 경로 밖 동은 싣지 않는다 앞 순위 동이 남았는데 후순위 동을 싣지 않는다 규칙 대상은 이번 세션에 A·B·C 에 놓인 박스 중 경로의 동(경로 밖은 EXCLUDED). 16개를 넘으면 물량 많은 동부터, 동률이면 먼저 방문 동이 후순위, 못 실은 박스는 OVERFLOW 로 원래 칸. 마지막 방문 동부터 안쪽(1 열), 한 열에 두 동이 섞이면 먼저 내릴 동이 위층. 2층 트레이는 위층부터 집고, 1층 실패 시 위 박스를 빈 1층 칸 으로. 재개는 계획을 다시 세우지 않고 남은 칸만 slot = (col−1)×4 + (layer−1)×2 + (lane−1) · cell = (layer−1)×8 + (lane−1)×4 + (col−1) 작업대 구역·칸 (MoveToZone) 구역 칸 A·B·C 분류 트레이 각 3 × 2 × 2층 = 12칸 재확인 구역 2칸 보류 구역 2칸 팔레트 (트럭 짐칸) 4 × 2 × 2층 = 16칸 (X 50 · Y 60 · 층 27 mm) 합계 6개 구역, 56칸 경로 안전 높이까지 수직 상승 → 수평 → 수직 하강. 트레이 안 은 입구 칸으로 들어가 낮게 이동. 칸마다 역기구학 확인 + 정기 구학 재검증. 이동 높이 캐시로 경로 계산 중에도 위치 발행 유지 동작 PLACE · OBSERVE · VIEW(재확인 촬영) · PICK(재확인 ·트레이에서 다시 집기) · PALLET/DROP(2층 적재). 5구역 15 칸 15/15, 팔레트 16/16 (게이트 10/13) 부록 9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Slide 39" descr="부록 A7 · 로봇제어·환경 안전장치와 안정성 운전 기록 robot_gateway 안전장치 내용 통신 끊김 감지 (watchdog) 명령이 200 ms 끊기면 속도 0 + 정지 명령을 항상. 실측 0.24 s / 4.98 mm 안에 정지 (추종·파지 파트) · 48 mm/s 추종 중 약 0.3 s, 10~11 mm (로봇제어 파트) 작업 범위 강제 높이 하한·작업 범위·속도 상한을 게이트웨이에서 직접 막음 — &quot;다른 노 드 명령을 믿지 않는다&quot; TCP 확인·경로 이탈 정지 펜던트 TCP 미등록으로 벨트 쪽 수직 하강한 사고를 분석 → 컨트롤러 TCP 가 다르면 이동 거부, 경로를 벗어나면 정지 펜던트 공간 제한 벨트 쪽으로 내려가면 77.45 mm 에서 자동 정지 특이점 기록 두산 특이점 경고 시 관절 각도를 함께 기록 이동 속도 결정 450 mm/s: J1 축 근처 관절 속도 포화 → 외력 추정 한계 초과로 안전 정 지 3/3 재현 · 350: 10/10 무정지 · 300 으로 확정 안정성 검증 30.4분 연속 운전 — 5구역 13칸 78/78 성공, 경고·오류·알람 0 64.5분 전체 시스템 운전 — 재시작 없이 오류 0, 로봇 무응답 0 그리퍼 세팅 RG2 Modbus TCP 직접 제어 · 파지력 14 N (최저 12 N + 여유) · 목표 폭 39 mm, 벨트 위 벌림·트레 이 안 놓기·집기 폭은 실측으로 · 보고 폭과 실제 폭 차이 10~11 mm 기록 환경 벨트 아두이노 스케치·속도 표(4.89 cm/s) · 손목 카 메라 USB 여유 고리 고정 · 흐린 송장은 번짐(blur) 처리 로 제작 부록 10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Slide 40" descr="부록 A8 · 추종·파지 명령 방식 비교 · 피드포워드별 오차 · 회전 파지 두산 30 Hz 명령 방식 — 실로봇 실측 항목 속도 명령 (speedl) 위치 명령 (servol) 움직이기 시작하는 지연 61.8 ms 205.4 ms 명령이 끊긴 뒤 1초 계속 감 (+5 mm) 0.33초에 정지 피드포워드 속도별 잡는 위치 오차 (자 측정) FF (cm/s) 4.56 4.60 4.69 4.75 4.80 평균 오차 (mm, + = 앞쪽) −1.10 +1.25 +5.05 +6.00 +8.50 회차 5 6 10 1 6 회귀 y = 4.63 + 3.91·Δv, 오차 0 은 4.573 → 보정값 4.56 채택(실제 벨트 약 4.68 cm/s, 로그 밖 고정 오프셋 약 3 mm 까지 상쇄). 사다리꼴 + 4.56: +0.26 ± 0.25 mm (5회). 정지 상태 측정에는 약 1.2 % 편향 손목(J6) 회전 파지 각도 송장 긴 변 양 끝을 베이스로 옮겨 XY 각(yaw_base). 박스 는 180° 대칭 → 2θ 로 펼쳐 중앙값. 감속은 사다리꼴 법칙 재사용 실패 → 원인 + 방향 67° 넘으면 18회 중 9회 실패. 녹화 재생: 카메 라가 그리퍼 중심보다 약 75 mm 앞이라 비스듬히 보다가 박스를 놓침 해결 → 결과 70° 넘으면 반대 방향으로 회전 → 최종 14/14 (68~109°). 시연 시나리오의 ±30°~±90° 박스가 이 기능 남은 과제(정직하게) 잡는 위치의 고정 오프셋 약 3 mm 는 출처 미확인 · 재시도 기능은 시뮬레이션으로만 검증 그 밖의 구현 파지 실패 시 들기 높이까지 후퇴한 뒤 결과 보고(박 스 끌림 0, 3/3) · 하강 전 남은 작업 범위로 잡을 수 있는지 미리 계산 · 작업 범위 끝 x 620 → 550 mm(특이점 경고 회피) · 로봇 없이 시험 pytest 427개 + 가짜 박스·그리퍼 시뮬 부록 11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Slide 41" descr="부록 A9 예상 질문과 답 질문 답 칼만 필터 같은 추정기는 왜 안 썼나? 벨트가 등속이라 일정 속도 예측으로 충분했다. 추정기는 튜닝 요소를 늘리므로 오차 증거를 먼저 확보한 뒤 결정하기로 기록했다 PID 의 적분·미분 항은? 벨트 속도는 피드포워드가 맡아 비례 제어에 남는 오차가 작다. 적분기는 사각·단계 전환에서 와인드업 위험. 정상상태 오차는 FF 값으로 다뤘다 더 안전한 위치 명령(servol)은 왜 안 썼나? 끊기면 멈추는 장점은 있지만 지연이 3배이고 매번 현재 위치를 조회해야 한다. 정지 안전은 감시 타이머로 따로 확보 멀티스레드 실행기는 왜 안 썼나? 30 Hz 루프 하나로 충분하다. 스레드를 늘리면 공유 상태에 잠금이 필요하고 실로봇에서 재현하기 어려운 버그 위험. 근거가 생기 면 바꾸기로 기록 4.56 이 실제 벨트 속도인가? 아니다. 실제는 약 4.68 cm/s. 4.56 은 로그 밖의 고정 오프셋(약 3 mm)까지 상쇄하는 보정값 YOLO 대신 분할을 고른 이유는? 사람이 확인한 정답셋에서 187/187 동률, 오검출 0/25 동률. 분할은 학습·GPU 가 필요 없고 화면 끝에 걸린 박스를 내지 않는 다. YOLO 는 조명 변화 대비책으로 보관 음성 명령이 안 들리면? 같은 명령을 HMI 버튼·웹 텍스트 칸으로. 정지 키워드는 호출어 없이 통과. 실물 음성 종단 성공률은 별도 측정 항목이며, 낮 시연 은 HMI 버튼으로 진행 깊이 카메라는 왜 안 썼나? 28 cm 이하 근거리에서 불안정. 박스 높이 27 mm 가 알려져 있어 RGB + 평면 교점으로 충분(검증점 최대 4.56 mm, 기준 5 mm) 근거 문서 — ADR-0002(게이트) · 0003(호모그래피·핸드아이·pose 지연) · 0004/0011(박스 검출) · 0008(OCR 엔진·매칭) · 0014(Sprint 2 게이트) / measurements-1006 · 1008 · 1015 / verification/ palletizing_report / docs/interfac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VOSS 최종 발표</dc:title>
  <dc:subject/>
  <dc:creator/>
  <cp:lastModifiedBy/>
  <cp:revision>1</cp:revision>
  <dcterms:created xsi:type="dcterms:W3CDTF">2026-10-18T11:14:12Z</dcterms:created>
  <dcterms:modified xsi:type="dcterms:W3CDTF">2026-10-18T11:14:12Z</dcterms:modified>
</cp:coreProperties>
</file>